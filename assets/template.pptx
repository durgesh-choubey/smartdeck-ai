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078D4"/>
            </a:solidFill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980</c:v>
                </c:pt>
                <c:pt idx="1">
                  <c:v>640</c:v>
                </c:pt>
                <c:pt idx="2">
                  <c:v>510</c:v>
                </c:pt>
                <c:pt idx="3">
                  <c:v>270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323130"/>
                </a:solidFill>
              </a:rPr>
              <a:t>{{report_title}}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605E5C"/>
                </a:solidFill>
              </a:rPr>
              <a:t>{{report_subtitle}}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05E5C"/>
                </a:solidFill>
              </a:rPr>
              <a:t>{{footer_info}}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323130"/>
                </a:solidFill>
              </a:rP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200">
                <a:solidFill>
                  <a:srgbClr val="323130"/>
                </a:solidFill>
              </a:rPr>
              <a:t>{{kpi_list}}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323130"/>
                </a:solidFill>
              </a:rP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2000">
                <a:solidFill>
                  <a:srgbClr val="323130"/>
                </a:solidFill>
              </a:rPr>
              <a:t>{{highlights_list}}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323130"/>
                </a:solidFill>
              </a:rPr>
              <a:t>{{chart_title}}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97280" y="1463040"/>
          <a:ext cx="99669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